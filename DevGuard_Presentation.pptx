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5600" b="1">
                <a:solidFill>
                  <a:srgbClr val="38BDF8"/>
                </a:solidFill>
              </a:defRPr>
            </a:pPr>
            <a:r>
              <a:t>DEVGUARD</a:t>
            </a:r>
          </a:p>
          <a:p>
            <a:pPr>
              <a:spcAft>
                <a:spcPts val="1600"/>
              </a:spcAft>
              <a:defRPr sz="2400">
                <a:solidFill>
                  <a:srgbClr val="F8FAFC"/>
                </a:solidFill>
              </a:defRPr>
            </a:pPr>
            <a:r>
              <a:t>Local-First Privacy Guard &amp; Autonomous Backend Repair Agent</a:t>
            </a:r>
          </a:p>
          <a:p>
            <a:pPr>
              <a:defRPr sz="1400">
                <a:solidFill>
                  <a:srgbClr val="818CF8"/>
                </a:solidFill>
              </a:defRPr>
            </a:pPr>
            <a:r>
              <a:t>Powered entirely on-device by Gemma 4 E4B (Ollama) | Zero Screen/Key Recording | Fail-Closed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Hackathon Presentation | Track: Best Use of Gemma 4 &amp; Open Source AI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The Critical Security Blindspot in AI Coding Assistants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9260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BBF24"/>
                </a:solidFill>
              </a:defRPr>
            </a:pPr>
            <a:r>
              <a:t>1. Accidental Cloud Leaks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Developers inadvertently paste proprietary API keys, database URLs, and AWS tokens into AI chats.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Diagnostic stack traces contain real customer PII and internal microservice URIs.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Cloud models retain prompts, risking intellectual property and compliance violations.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9260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BBF24"/>
                </a:solidFill>
              </a:defRPr>
            </a:pPr>
            <a:r>
              <a:t>2. Invasive Surveillance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Traditional enterprise security relies on screen scrapers, video watchers, or keyboard loggers.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Heavy privacy intrusion for developers and massive CPU/battery performance drain.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Lacks semantic understanding of developer workflows and code facts.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9260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BBF24"/>
                </a:solidFill>
              </a:defRPr>
            </a:pPr>
            <a:r>
              <a:t>3. Slow &amp; Risky Bug Fixing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Debugging production regressions requires manual log copy-pasting to cloud assistants.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Manual patch application often overwrites concurrent developer edits (lost changes).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Untested AI patches can introduce subtle regression failures.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DevGuard Architecture: Dual-Agent Local-First Protection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</a:defRPr>
            </a:pPr>
            <a:r>
              <a:t>Agent 1: Synchronous Privacy Gate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Interceps text prompts &amp; clipboard BEFORE external delivery.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High-priority foreground queue powered by local Gemma 4 E4B.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High-entropy Gitleaks pattern detection + semantic confidential prose analysis.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Exact-span type-safe redaction ([CUSTOMER_EMAIL_1], [REDACTED_SECRET_TOKEN_1]).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Fail-Closed Gate: If offline, holds delivery (REVIEW) rather than leaking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818CF8"/>
                </a:solidFill>
              </a:defRPr>
            </a:pPr>
            <a:r>
              <a:t>Agent 2: Autonomous Sandbox Repair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Investigates backend test failures in disposable Docker sandboxes.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Zero screen/audio/video recording: uses structured pytest logs &amp; code diffs only.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Gemma 4 explores code with scoped tools &amp; produces minimal unified diffs.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Verified against independent, immutable test oracles.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Base-hash conflict protection: Rejects patch if working tree changed (HTTP 409).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CORE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Feature 1: Exact-Span Redaction &amp; Fail-Closed Gate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</a:defRPr>
            </a:pPr>
            <a:r>
              <a:t>Semantic &amp; Pattern Redaction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Multi-layer detection: Regex scans for known token signatures + Gemma 4 contextual reasoning.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Catches confidential text that regex misses: unformatted passwords, internal hostnames, and PII.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Type-Safe Placeholders: Replaces secrets while keeping 100% of the debugging structure.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Preserves line numbers, exception classes, and syntax so AI can still fix the bug.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4D399"/>
                </a:solidFill>
              </a:defRPr>
            </a:pPr>
            <a:r>
              <a:t>Deterministic Gate Policy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ALLOW: Clean text is approved for transmission with verifiable receipt.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SANITIZE: Exact spans replaced with safe placeholders before release.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REVIEW: Triggered on model offline or ambiguities; prevents uninspected leakage.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BLOCK: Reject malicious inputs (directory traversal, command injection).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One-Time Token Receipts: Delivered payloads cannot be re-transmitted or intercepted.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CORE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Feature 2: Native Text Clipboard Protection &amp; Cleaned Copy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</a:defRPr>
            </a:pPr>
            <a:r>
              <a:t>Strict Opt-In &amp; Privacy Invariants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Explicit Consent: Capture starts strictly OFF; requires local user activation.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Text Payloads Only: Ignores images, binaries, and unmanaged clipboard buffers.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Anti-Scan Loop: Hash tracking prevents infinite re-scans when copying sanitized text.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Transient Processing: Clipboard contents are never written to disk or audit logs.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Rapid Overwrite Cancel: If user copies again, previous inspection aborts cleanly.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4D399"/>
                </a:solidFill>
              </a:defRPr>
            </a:pPr>
            <a:r>
              <a:t>One-Click 'Copy Cleaned Text'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Detects connection strings (DATABASE_URL='postgres://admin:pass@host:5432').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Instantly displays sanitized safe preview in operator dashboard.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Operator clicks 'Copy Cleaned Text' to replace sensitive clipboard contents.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Developer pastes directly into AI assistant without leaking database credentials.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Audited Metadata: Only event hashes and redaction counts survive restarts.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CORE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Feature 3: Background Code Repair via Sandboxed Oracles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818CF8"/>
                </a:solidFill>
              </a:defRPr>
            </a:pPr>
            <a:r>
              <a:t>Reproducible Sandbox Diagnosis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Triggered by test failure signals (e.g., cart quantity calculation regression).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Executes inside isolated, pinned Docker containers with immutable tests.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Gemma 4 uses strictly scoped tools: 'read_allowed_file', 'propose_patch', 'run_tests'.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Zero Host Access: Cannot touch host filesystem or run uncontained shell scripts.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Step Budget: Enforces strict 6-step limits to prevent infinite agent loops.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</a:defRPr>
            </a:pPr>
            <a:r>
              <a:t>Independent Test Verification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Baseline Check: Verifies regression genuinely reproduces in clean container.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Independent Oracle: Evaluates candidate patch against protected 'trusted_tests'.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No Fabricated Outcomes: Fails closed if test suite fails or error persists.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Generates clean unified diff ready for human operator review.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Complete transparency: Model actions and verifier outputs clearly logged.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CORE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Feature 4: Concurrency Protection &amp; Stale Patch Rejection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BBF24"/>
                </a:solidFill>
              </a:defRPr>
            </a:pPr>
            <a:r>
              <a:t>Cryptographic Base-Hash Validation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When an incident is captured, SHA-256 hashes of target files are recorded.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Repair agent builds patch against that specific snapshot revision.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Before patch application, DevGuard re-hashes the live working tree on disk.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If developer edited files while the repair ran -&gt; Base hashes mismatch!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Result: Instant HTTP 409 Conflict ('STALE_CONTENT') — zero code overwrites.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4D399"/>
                </a:solidFill>
              </a:defRPr>
            </a:pPr>
            <a:r>
              <a:t>Strict Operator Authority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AI Proposes, Human Authorizes: No automated silent code modifications.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Idempotent Application: Retrying an already applied patch returns cached state.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File-Level Locking: Cross-thread file locks prevent race conditions during apply.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Clean Reversion: Unapplied or canceled candidates leave original files untouched.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Full Git compatibility: Operates cleanly on standard git branches and diffs.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Operator Dashboard: Complete Transparency &amp; Zero Fluff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9260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</a:defRPr>
            </a:pPr>
            <a:r>
              <a:t>5 Unified Views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🛡️ Privacy Gate: Real-time prompt evaluation with scenario prefill selectors.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📋 Clipboard View: Live capture status, safe previews &amp; cleaned copy button.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🔍 Coverage Matrix: Honest VERIFIED / PARTIAL / UNSUPPORTED boundaries.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🔧 Patch Review: Interactive side-by-side unified diffs &amp; verification status.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📜 Audit Stream: Filtered chronological metadata events (no raw secrets).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9260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BBF24"/>
                </a:solidFill>
              </a:defRPr>
            </a:pPr>
            <a:r>
              <a:t>Honest Fixture Mode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Prominent warning banner when running in simulated fixture mode.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Declared synthetic data never masquerades as live model inference.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Clearly distinguishes offline demonstration from live on-device evaluation.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Full failure procedure documented for judges and evaluators.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9260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4D399"/>
                </a:solidFill>
              </a:defRPr>
            </a:pPr>
            <a:r>
              <a:t>Enterprise Compliance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Zero Token Leaks: Operator session tokens kept server-side, never in UI states.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Cross-Platform: Windows operator viewer + native macOS capture host.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FastAPI Backend: Strictly typed Pydantic models with 32 KiB bounded requests.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Durable SQLite Audit: Up to 5,000 events survive restart without private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USE CASES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Target Use Cases: Where DevGuard Delivers Immediate Value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9260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</a:defRPr>
            </a:pPr>
            <a:r>
              <a:t>Enterprise AI Adoption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Target: Engineering teams adopting Cursor, Copilot, or Claude Code.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Value: Prevent accidental leakage of AWS keys, database strings, and internal hostnames.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Compliance: Adhere to SOC 2, ISO 27001, and enterprise security policies seamlessly.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9260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818CF8"/>
                </a:solidFill>
              </a:defRPr>
            </a:pPr>
            <a:r>
              <a:t>FinTech &amp; Healthcare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Target: Developers working with HIPAA PII or PCI-DSS financial transactions.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Value: Automatic exact-span redaction of customer emails, account IDs, and patient records in crash logs.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Context Retained: AI can fix the crash without seeing regulated health or payment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9260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4D399"/>
                </a:solidFill>
              </a:defRPr>
            </a:pPr>
            <a:r>
              <a:t>Autonomous CI/CD Triage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Target: Fast-moving agile teams managing regression test failures.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Value: Automatically spins up isolated Docker sandboxes when tests break, diagnoses root cause, and prepares verified diff.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Time Saved: Reduces bug resolution from hours of context-switching to a 1-click review.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Technology Stack &amp; Why DevGuard Wins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818CF8"/>
                </a:solidFill>
              </a:defRPr>
            </a:pPr>
            <a:r>
              <a:t>The Modern Local Tech Stack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Local LLM: Gemma 4 E4B (q4_K_M) running via Ollama — 100% on-device inference.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Backend Engine: FastAPI + Pydantic v2 + Python 3.11+ async loop.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Security Scanner: Gitleaks integration + custom semantic span matcher.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Verification Sandbox: Docker containerized runner with pinned test images.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Operator UI: Streamlit 1.40+ dashboard with reactive HTTP display client.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Storage: File-locked SQLite metadata store with POSIX permission guards.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</a:defRPr>
            </a:pPr>
            <a:r>
              <a:t>Core Invariants (Why DevGuard Wins)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1. True Dual-Agent Synergy: Fast synchronous gate + background sandbox healer.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2. Zero Surveillance: No screens, keyloggers, or audio scraping — only code facts.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3. Fail-Closed Privacy: Offline models hold requests; no data escapes uninspected.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4. Cryptographic Concurrency Safety: Stale base-hashes reject conflicting writes.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5. Complete Honesty: Clear capability matrix, no fabricated AI outcomes.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