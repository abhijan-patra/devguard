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6000" b="1">
                <a:solidFill>
                  <a:srgbClr val="38BDF8"/>
                </a:solidFill>
                <a:latin typeface="Segoe UI"/>
              </a:defRPr>
            </a:pPr>
            <a:r>
              <a:t>DevGuard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  <a:latin typeface="Segoe UI"/>
              </a:defRPr>
            </a:pPr>
            <a:r>
              <a:t>Stop accidentally leaking private keys &amp; customer data to AI tools.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A local-first privacy guard &amp; automated bug fixer powered by Gemma 4.</a:t>
            </a:r>
            <a:br/>
            <a:r>
              <a:t>No invasive screen recorders. No cloud prompts. Zero fluff.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D399"/>
                </a:solidFill>
                <a:latin typeface="Segoe UI"/>
              </a:defRPr>
            </a:pPr>
            <a:r>
              <a:t>Team DevGuard | Hackathon 2026 | Powered by Gemma 4 E4B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We've All Done This at 2 AM...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Segoe UI"/>
              </a:defRPr>
            </a:pPr>
            <a:r>
              <a:t>The 'Copy-Paste' Mistake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Accidental credential leakage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You get a nasty crash in auth.py.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You copy the entire traceback into ChatGPT or Cursor.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Oops: You just sent a live customer email and AWS token straight to an external cloud server.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Now that secret sits in external model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The 'Corporate Spyware' Fix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Overly invasive enterprise tooling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Company IT panics and installs 'monitoring agents'.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They record your screen, log every keystroke, and kill your laptop battery.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Engineers hate it, feel watched, and it doesn't even understand code context.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There has to be a smarter, non-creepy 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The Risky AI Patches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Concurrency &amp; unverified code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You ask AI to fix a failing test.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While it generates code, you edit a nearby function.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You apply the AI suggestion — and it silently overwrites your fresh work.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Plus, you still had to test it by hand.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How DevGuard Works: Two Local Agents, Zero Spying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Agent 1: The Fast Privacy Gate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Protects you before prompt sends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Sits right between your editor and the network.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Runs synchronously in milliseconds using local Gemma 4.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Catches API keys, emails, and internal URLs before they leave your laptop.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Replaces ONLY sensitive bytes with typed placeholders.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Keeps the full stack trace intact so AI can still debug it.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Fail-Closed: If offline, it holds the request. Never leaks by default.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Agent 2: The Sandbox Fixer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Heals bugs without manual copy-paste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Runs quietly in the background when tests fail.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Spins up an isolated Docker container with your repo.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Gemma 4 examines pytest traces &amp; writes a minimal fix.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Runs independent tests to prove the fix actually works.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Base-Hash Check: Rejects the patch if you edited code in the meantime (no lost work!).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Human must click 'Apply' — no auto-overwriting.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FEATURE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Privacy Gate: Clean Secrets, Keep Debug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Why Simple Regex Fails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Combining Gitleaks + Gemma 4 reasoning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Regex is great for AWS keys (AKIA...), but terrible at confidential sentences.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What about: 'Use db password SuperSecretPass2026!'?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Or customer PII buried inside JSON response dumps?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Gemma 4 understands semantics: It spots private context that regex misses.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Result: Type-safe replacements ([CUSTOMER_EMAIL_1], [REDACTED_PASSWORD_01]).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LIVE EXAMPLE: EXACT-SPAN REDACTION</a:t>
            </a: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// BEFORE: Raw error with live secret</a:t>
            </a: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ValueError: Auth failed for contact@enterprise.com</a:t>
            </a: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Token: ghp_synthetic_pat_1234567890abcdef</a:t>
            </a: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File: auth.py:54 in verify_session()</a:t>
            </a: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// AFTER: DevGuard Gate output</a:t>
            </a:r>
          </a:p>
          <a:p>
            <a:pPr>
              <a:defRPr sz="1100">
                <a:solidFill>
                  <a:srgbClr val="FBBF24"/>
                </a:solidFill>
                <a:latin typeface="Consolas"/>
              </a:defRPr>
            </a:pPr>
            <a:r>
              <a:t>ValueError: Auth failed for [CUSTOMER_EMAIL_1]</a:t>
            </a:r>
          </a:p>
          <a:p>
            <a:pPr>
              <a:defRPr sz="1100">
                <a:solidFill>
                  <a:srgbClr val="FBBF24"/>
                </a:solidFill>
                <a:latin typeface="Consolas"/>
              </a:defRPr>
            </a:pPr>
            <a:r>
              <a:t>Token: [REDACTED_SECRET_TOKEN_1]</a:t>
            </a: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File: auth.py:54 in verify_session()</a:t>
            </a: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// DECISION: SANITIZE (Sent safely to assistant!)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FEATURE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Clipboard Watcher: One Click to 'Copy Cleaned'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The Everyday Clipboard Trap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Opt-in text pasteboard watcher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You copy a Postgres connection string from your .env file.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You want to ask AI: 'Why does this query hang?'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Your clipboard currently has the live database password in plaintext.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DevGuard's macOS text watcher flags it immediately: State: SENSITIVE.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Strictly Opt-In: Starts OFF. Only watches text when you turn it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One Click: 'Copy Cleaned Text'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Safe paste into Cursor / Slack / AI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Dashboard shows a sanitized preview right away.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Click one button: 'Copy Cleaned Text'.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Your clipboard is replaced with the safe version: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postgres://admin:REDACTED_PASS@db.internal:5432/app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Anti-Scan Loop: We hash the cleaned text so the watcher doesn't re-trigger itself.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Zero raw clipboard history is ever saved to disk.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FEATURE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Autonomous Repair: Real Docker Tests, No Hallucinations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How It Actually Diagnoses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Deterministic test-driven loop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1. Pytest fails in your demo cart service.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2. DevGuard spins up a disposable Docker container.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3. Baseline check: Confirms the test genuinely fails.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4. Gemma 4 reads the code and error output using scoped tools.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5. Gemma writes a candidate patch.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6. Re-runs the test suite in isolation. If it doesn't pass 100%, patch is thrown out!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VERIFIED CANDIDATE DIFF</a:t>
            </a: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// Incident: inc-cart-01 (Cart quantity regression)</a:t>
            </a: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// Baseline test: FAIL (3 * $125 returned $125)</a:t>
            </a: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F43F5E"/>
                </a:solidFill>
                <a:latin typeface="Consolas"/>
              </a:defRPr>
            </a:pPr>
            <a:r>
              <a:t>--- a/demo/backend/cart.py</a:t>
            </a:r>
          </a:p>
          <a:p>
            <a:pPr>
              <a:defRPr sz="1100">
                <a:solidFill>
                  <a:srgbClr val="34D399"/>
                </a:solidFill>
                <a:latin typeface="Consolas"/>
              </a:defRPr>
            </a:pPr>
            <a:r>
              <a:t>+++ b/demo/backend/cart.py</a:t>
            </a: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@@ -6,3 +6,3 @@</a:t>
            </a:r>
          </a:p>
          <a:p>
            <a:pPr>
              <a:defRPr sz="1100">
                <a:solidFill>
                  <a:srgbClr val="F43F5E"/>
                </a:solidFill>
                <a:latin typeface="Consolas"/>
              </a:defRPr>
            </a:pPr>
            <a:r>
              <a:t>-    total += item['price']</a:t>
            </a:r>
          </a:p>
          <a:p>
            <a:pPr>
              <a:defRPr sz="1100">
                <a:solidFill>
                  <a:srgbClr val="34D399"/>
                </a:solidFill>
                <a:latin typeface="Consolas"/>
              </a:defRPr>
            </a:pPr>
            <a:r>
              <a:t>+    total += item['quantity'] * item['price']</a:t>
            </a: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// Sandbox Test Verification:</a:t>
            </a: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// pytest trusted_tests/test_cart.py</a:t>
            </a:r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// 3 passed in 0.14s (READY_FOR_REVIEW)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FEATURE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Concurrency Protection: 'Don't Overwrite My Code!'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The Problem With Auto-Apply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Preventing silent code loss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Imagine an AI agent quietly modifying your files while you're typing.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It's a recipe for merge conflicts and lost code.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DevGuard uses cryptographic base-hashes (SHA-256):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When an incident starts, we record the hash of cart.py.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Before applying any patch, we check if the file changed on disk.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HTTP 409 Conflict: Safe by Default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Human operator has final authority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If you edited cart.py while Gemma was thinking: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DevGuard immediately blocks the apply with HTTP 409 STALE_CONTENT.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Your code is completely protected.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You get to decide: discard your edits or generate a fresh patch.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Human is always in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The Operator Dashboard: Clean &amp; Honest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5 Simple Views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Streamlit-powered interface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🛡️ Privacy Gate: Test prompts with real or scenario inputs.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📋 Clipboard: Status, preview, and 'Copy Cleaned'.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🔍 Coverage Matrix: What's verified vs unverified.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🔧 Patch Review: Side-by-side diffs &amp; test proof.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📜 Audit Stream: Filtered log of past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Honest Fixture Mode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Radical transparency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Big disclaimer banner when running offline.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Synthetic demo data never pretends to be real model output.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Judges can see exactly what is running live vs simulated.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No fake 99% accuracy progress bars.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Security Invariants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Zero secret leakage in UI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Tokens stay server-side, never exposed in browser HTML.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Cross-platform: Windows dashboard acts as a viewer for macOS capture hosts.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Audit DB is private SQLite capped at 5,000 events.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REAL-WORLD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Who Needs DevGuard Today?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Dev Teams Using AI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Enterprise compliance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Every engineer using Cursor, Copilot, or Claude Code.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Management wants to say 'yes' to AI productivity, but security says 'no' due to secret leaks.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DevGuard is the bridge: Devs keep their AI tools, security sleeps soundly at night.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FinTech &amp; Healthcare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Regulated environments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Teams handling HIPAA health data or credit card numbers.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When an API crashes, stack traces often contain real customer data.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DevGuard sanitizes patient/account IDs automatically so devs can debug legally.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On-Call Bug Triage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CI/CD acceleration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When tests break in staging or CI, engineers waste hours digging through logs.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Repair agent runs in the background, identifies the bug, and prepares a verified PR.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Turns a 2-hour debugging session into a 2-minute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Under the Hood &amp; Why Gemma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Our Stack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Fast, lightweight &amp; self-hosted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Model: Gemma 4 E4B (q4_K_M) via Ollama (100% on-device inference).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Backend: FastAPI + Pydantic v2 (async, strictly typed).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Scanner: Gitleaks pattern detector + Gemma semantic classifier.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Sandboxing: Scoped Docker runner with immutable test mounts.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UI: Streamlit dashboard with real-time API client.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Tested: Over 130 unit, integration, and UI tests passing.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Why DevGuard Wins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</a:defRPr>
            </a:pPr>
            <a:r>
              <a:t>Honest open-source AI engineering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1. Real Gemma 4 Power: Small 4B footprint fits on laptops, fast enough for real-time prompts.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2. Zero Surveillance: We respect developers. No screen recording, no keylogging.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3. Fail-Closed: Privacy isn't an afterthought. If offline, data is held.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4. Built for Engineers: Clean diffs, concurrency safety, and transparent logs.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Try it out today: github.com/Abhijan-Patra/DevGuard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